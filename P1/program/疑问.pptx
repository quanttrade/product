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381" y="-50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259632" y="2672482"/>
            <a:ext cx="792088" cy="2160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</a:t>
            </a:r>
            <a:r>
              <a:rPr lang="zh-CN" altLang="en-US" dirty="0" smtClean="0"/>
              <a:t>盘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16632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</a:t>
            </a:r>
            <a:r>
              <a:rPr lang="zh-CN" altLang="en-US" dirty="0" smtClean="0"/>
              <a:t>聚类部分（核心：双聚类，粒子群优化，</a:t>
            </a:r>
            <a:r>
              <a:rPr lang="en-US" altLang="zh-CN" dirty="0" err="1" smtClean="0"/>
              <a:t>knn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目标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en-US" altLang="zh-CN" dirty="0"/>
              <a:t>1</a:t>
            </a:r>
            <a:r>
              <a:rPr lang="zh-CN" altLang="en-US" dirty="0"/>
              <a:t>）双聚类的一般</a:t>
            </a:r>
            <a:r>
              <a:rPr lang="zh-CN" altLang="en-US" dirty="0" smtClean="0"/>
              <a:t>算法，</a:t>
            </a:r>
            <a:r>
              <a:rPr lang="en-US" altLang="zh-CN" dirty="0" smtClean="0"/>
              <a:t>2</a:t>
            </a:r>
            <a:r>
              <a:rPr lang="zh-CN" altLang="en-US" dirty="0"/>
              <a:t>）双聚类的粒子优化</a:t>
            </a:r>
          </a:p>
          <a:p>
            <a:r>
              <a:rPr lang="zh-CN" altLang="en-US" dirty="0" smtClean="0"/>
              <a:t>其中</a:t>
            </a:r>
            <a:r>
              <a:rPr lang="zh-CN" altLang="en-US" dirty="0"/>
              <a:t>效果最好的是粒子优化方法中</a:t>
            </a:r>
            <a:r>
              <a:rPr lang="en-US" altLang="zh-CN" dirty="0"/>
              <a:t>open/open</a:t>
            </a:r>
            <a:r>
              <a:rPr lang="zh-CN" altLang="en-US" dirty="0"/>
              <a:t>的方法，程序中最后一部分</a:t>
            </a:r>
            <a:endParaRPr lang="en-US" altLang="zh-CN" dirty="0" smtClean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539552" y="2924944"/>
            <a:ext cx="82809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96398" y="30689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时间线</a:t>
            </a:r>
          </a:p>
        </p:txBody>
      </p:sp>
      <p:sp>
        <p:nvSpPr>
          <p:cNvPr id="9" name="矩形 8"/>
          <p:cNvSpPr/>
          <p:nvPr/>
        </p:nvSpPr>
        <p:spPr>
          <a:xfrm>
            <a:off x="611560" y="2672482"/>
            <a:ext cx="79208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开盘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076128" y="2663689"/>
            <a:ext cx="1991816" cy="252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101852" y="2658207"/>
            <a:ext cx="64777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开盘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749924" y="2658207"/>
            <a:ext cx="648072" cy="2160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</a:t>
            </a:r>
            <a:r>
              <a:rPr lang="zh-CN" altLang="en-US" dirty="0" smtClean="0"/>
              <a:t>盘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5297242" y="2924944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06342" y="36450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信号计算时间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420494" y="2672482"/>
            <a:ext cx="64777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开盘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6068566" y="2672482"/>
            <a:ext cx="648072" cy="2160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</a:t>
            </a:r>
            <a:r>
              <a:rPr lang="zh-CN" altLang="en-US" dirty="0" smtClean="0"/>
              <a:t>盘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706840" y="2681908"/>
            <a:ext cx="64777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开盘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7354912" y="2681908"/>
            <a:ext cx="648072" cy="2160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</a:t>
            </a:r>
            <a:r>
              <a:rPr lang="zh-CN" altLang="en-US" dirty="0" smtClean="0"/>
              <a:t>盘</a:t>
            </a:r>
            <a:endParaRPr lang="zh-CN" altLang="en-US" dirty="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5744381" y="198884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97242" y="17008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开盘买入</a:t>
            </a:r>
            <a:endParaRPr lang="zh-CN" altLang="en-US" dirty="0"/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7040723" y="2924944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95905" y="3649464"/>
            <a:ext cx="2723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第一次统计收益</a:t>
            </a:r>
            <a:endParaRPr lang="en-US" altLang="zh-CN" dirty="0" smtClean="0"/>
          </a:p>
          <a:p>
            <a:r>
              <a:rPr lang="zh-CN" altLang="en-US" dirty="0" smtClean="0"/>
              <a:t>第二天开盘执行，第三天</a:t>
            </a:r>
            <a:endParaRPr lang="en-US" altLang="zh-CN" dirty="0" smtClean="0"/>
          </a:p>
          <a:p>
            <a:r>
              <a:rPr lang="zh-CN" altLang="en-US" dirty="0" smtClean="0"/>
              <a:t>才可以有收益</a:t>
            </a:r>
            <a:endParaRPr lang="en-US" altLang="zh-CN" dirty="0" smtClean="0"/>
          </a:p>
          <a:p>
            <a:r>
              <a:rPr lang="zh-CN" altLang="en-US" dirty="0" smtClean="0"/>
              <a:t>原始框架假设第二天收益</a:t>
            </a:r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540" y="4849793"/>
            <a:ext cx="61214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009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2844"/>
            <a:ext cx="3369130" cy="2400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3756794"/>
            <a:ext cx="3231415" cy="2239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537012"/>
            <a:ext cx="3804237" cy="267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16468"/>
            <a:ext cx="3384376" cy="2383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940152" y="249289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未加粒子群优化的结果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242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关键问题，粒子群优化部分自己计算自己的参数，显然有问题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123950"/>
            <a:ext cx="9093200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135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101</Words>
  <Application>Microsoft Office PowerPoint</Application>
  <PresentationFormat>全屏显示(4:3)</PresentationFormat>
  <Paragraphs>21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adair2019</dc:creator>
  <cp:lastModifiedBy>adair2019</cp:lastModifiedBy>
  <cp:revision>10</cp:revision>
  <dcterms:created xsi:type="dcterms:W3CDTF">2021-09-20T14:39:05Z</dcterms:created>
  <dcterms:modified xsi:type="dcterms:W3CDTF">2021-09-21T00:52:52Z</dcterms:modified>
</cp:coreProperties>
</file>